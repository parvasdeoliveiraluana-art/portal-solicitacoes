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11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60120"/>
            <a:ext cx="548640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05840" y="1417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4B22A6"/>
                </a:solidFill>
              </a:rPr>
              <a:t>Portal de Solicitações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4B22A6"/>
                </a:solidFill>
              </a:rPr>
              <a:t>Corporativas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24128" y="28346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Apresentação do sistema desenvolvido em Google Apps Script para centralizar cadastros e acompanhar solicitações em um único painel.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024128" y="389534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33856" y="3973068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B22A6"/>
                </a:solidFill>
              </a:rPr>
              <a:t>Expresso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075688" y="389534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185416" y="397306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50505"/>
                </a:solidFill>
              </a:rPr>
              <a:t>Uber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971800" y="3895344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AF8FF"/>
          </a:solidFill>
          <a:ln w="12700">
            <a:solidFill>
              <a:srgbClr val="EAF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081528" y="3973068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97D7"/>
                </a:solidFill>
              </a:rPr>
              <a:t>WebFrota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024128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Demonstração visual sem acesso público ao sistema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9944" y="1060704"/>
            <a:ext cx="5148072" cy="2907792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0" descr="/mnt/data/fd7ff081-d805-4e0e-a0eb-8241d614bb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7454"/>
            <a:ext cx="5074920" cy="24542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20840" y="42245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B22A6"/>
                </a:solidFill>
              </a:rPr>
              <a:t>Fluxos orientados por etapas e registros com ID de solicitação.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do projeto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Um portal único para organizar solicitações que antes ficavam dispersas.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B22A6"/>
                </a:solidFill>
              </a:rPr>
              <a:t>O sistema transforma um processo manual em um fluxo digital controlado, com entrada padronizada, registro automático e acompanhamento por status.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4EE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6968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22A6"/>
                </a:solidFill>
              </a:rPr>
              <a:t>Centralizar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3584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Expresso, Uber e WebFrota em uma única porta de entrada.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97180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75888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22A6"/>
                </a:solidFill>
              </a:rPr>
              <a:t>Padronizar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75888" y="3584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Campos específicos por tipo de solicitação e validação por etapas.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297180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4EE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64808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22A6"/>
                </a:solidFill>
              </a:rPr>
              <a:t>Rastrear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4808" y="3584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Cada envio gera um ID para consulta e controle posterior.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297180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253728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D7"/>
                </a:solidFill>
              </a:rPr>
              <a:t>Gerenciar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53728" y="3584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Painel administrativo com filtros, indicadores e atualização de status.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34440" y="5349240"/>
            <a:ext cx="384048" cy="384048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234440" y="54452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8247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Solicitar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777240" y="60624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Portal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91640" y="5541264"/>
            <a:ext cx="196596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794760" y="5349240"/>
            <a:ext cx="384048" cy="384048"/>
          </a:xfrm>
          <a:prstGeom prst="ellipse">
            <a:avLst/>
          </a:prstGeom>
          <a:solidFill>
            <a:srgbClr val="5A31C4"/>
          </a:solidFill>
          <a:ln w="12700">
            <a:solidFill>
              <a:srgbClr val="5A31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794760" y="54452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58247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Registrar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3337560" y="60624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Apps Script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51960" y="5541264"/>
            <a:ext cx="196596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355080" y="5349240"/>
            <a:ext cx="384048" cy="384048"/>
          </a:xfrm>
          <a:prstGeom prst="ellipse">
            <a:avLst/>
          </a:prstGeom>
          <a:solidFill>
            <a:srgbClr val="0097D7"/>
          </a:solidFill>
          <a:ln w="12700">
            <a:solidFill>
              <a:srgbClr val="0097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355080" y="54452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58247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Armazenar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897880" y="60624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Google Sheets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5541264"/>
            <a:ext cx="196596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8915400" y="5349240"/>
            <a:ext cx="384048" cy="384048"/>
          </a:xfrm>
          <a:prstGeom prst="ellipse">
            <a:avLst/>
          </a:prstGeom>
          <a:solidFill>
            <a:srgbClr val="2E9E4D"/>
          </a:solidFill>
          <a:ln w="12700">
            <a:solidFill>
              <a:srgbClr val="2E9E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8915400" y="54452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41080" y="58247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Acompanhar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8458200" y="60624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Painel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 principal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Tela de entrada com seleção do tipo de cadastro.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9224" y="1408176"/>
            <a:ext cx="7434072" cy="373075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cfeef9f5-67af-4a39-905a-2aa036f01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6088"/>
            <a:ext cx="7360920" cy="3314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496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</a:rPr>
              <a:t>Três caminhos de solicitação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595360" y="2286000"/>
            <a:ext cx="82296" cy="82296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759952" y="22402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Cadastro Expresso: dados do solicitante, colaborador, reembolso e centro de custo.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8595360" y="3017520"/>
            <a:ext cx="82296" cy="82296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759952" y="2971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Cadastro Uber: vinculação do colaborador à conta corporativa.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8595360" y="3721608"/>
            <a:ext cx="82296" cy="82296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759952" y="36758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Cadastro WebFrota: cadastro de motorista e veículo.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8549640" y="4617720"/>
            <a:ext cx="2880360" cy="685800"/>
          </a:xfrm>
          <a:prstGeom prst="roundRect">
            <a:avLst>
              <a:gd name="adj" fmla="val 13333"/>
            </a:avLst>
          </a:prstGeom>
          <a:solidFill>
            <a:srgbClr val="F4EEFF"/>
          </a:solidFill>
          <a:ln w="12700">
            <a:solidFill>
              <a:srgbClr val="E5D9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778240" y="4754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4B22A6"/>
                </a:solidFill>
              </a:rPr>
              <a:t>O usuário não precisa conhecer planilhas internas: ele apenas escolhe o serviço e preenche o fluxo guiado.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Expresso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Cadastro com 4 etapas: solicitante, colaborador, reembolso e lotação interna.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66344" y="1380744"/>
            <a:ext cx="2221992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3c964fc2-cc30-46ac-9780-5ac254f7ac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58827"/>
            <a:ext cx="2148840" cy="19743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52344" y="1380744"/>
            <a:ext cx="2221992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/mnt/data/8e523165-5685-4821-a897-fd29d39a9c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603" y="1417320"/>
            <a:ext cx="2127475" cy="2057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38344" y="1380744"/>
            <a:ext cx="2221992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/mnt/data/a262cf3e-71d9-4488-9365-28b2beb3dc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845" y="1417320"/>
            <a:ext cx="1810990" cy="2057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324344" y="1380744"/>
            <a:ext cx="2221992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3" descr="/mnt/data/78eec2a7-1537-40c4-9680-a11c94e0fb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613" y="1417320"/>
            <a:ext cx="2011453" cy="20574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610344" y="1380744"/>
            <a:ext cx="2130552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2E9E4D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4" descr="/mnt/data/01cf80b6-4e0a-40fa-aeb8-637cf6141f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6578" y="1417320"/>
            <a:ext cx="1798084" cy="20574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920" y="36393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B22A6"/>
                </a:solidFill>
              </a:rPr>
              <a:t>Dados do solicitante</a:t>
            </a:r>
            <a:endParaRPr lang="en-US" sz="1040" dirty="0"/>
          </a:p>
        </p:txBody>
      </p:sp>
      <p:sp>
        <p:nvSpPr>
          <p:cNvPr id="16" name="Text 9"/>
          <p:cNvSpPr/>
          <p:nvPr/>
        </p:nvSpPr>
        <p:spPr>
          <a:xfrm>
            <a:off x="2788920" y="36393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B22A6"/>
                </a:solidFill>
              </a:rPr>
              <a:t>Dados do colaborador</a:t>
            </a:r>
            <a:endParaRPr lang="en-US" sz="1040" dirty="0"/>
          </a:p>
        </p:txBody>
      </p:sp>
      <p:sp>
        <p:nvSpPr>
          <p:cNvPr id="17" name="Text 10"/>
          <p:cNvSpPr/>
          <p:nvPr/>
        </p:nvSpPr>
        <p:spPr>
          <a:xfrm>
            <a:off x="5074920" y="36393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B22A6"/>
                </a:solidFill>
              </a:rPr>
              <a:t>Pagamento / reembolso</a:t>
            </a:r>
            <a:endParaRPr lang="en-US" sz="1040" dirty="0"/>
          </a:p>
        </p:txBody>
      </p:sp>
      <p:sp>
        <p:nvSpPr>
          <p:cNvPr id="18" name="Text 11"/>
          <p:cNvSpPr/>
          <p:nvPr/>
        </p:nvSpPr>
        <p:spPr>
          <a:xfrm>
            <a:off x="7360920" y="36393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B22A6"/>
                </a:solidFill>
              </a:rPr>
              <a:t>Centro de custo</a:t>
            </a:r>
            <a:endParaRPr lang="en-US" sz="1040" dirty="0"/>
          </a:p>
        </p:txBody>
      </p:sp>
      <p:sp>
        <p:nvSpPr>
          <p:cNvPr id="19" name="Text 12"/>
          <p:cNvSpPr/>
          <p:nvPr/>
        </p:nvSpPr>
        <p:spPr>
          <a:xfrm>
            <a:off x="9646920" y="36393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E9E4D"/>
                </a:solidFill>
              </a:rPr>
              <a:t>Confirmação com ID</a:t>
            </a:r>
            <a:endParaRPr lang="en-US" sz="1040" dirty="0"/>
          </a:p>
        </p:txBody>
      </p:sp>
      <p:sp>
        <p:nvSpPr>
          <p:cNvPr id="20" name="Text 13"/>
          <p:cNvSpPr/>
          <p:nvPr/>
        </p:nvSpPr>
        <p:spPr>
          <a:xfrm>
            <a:off x="822960" y="4617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</a:rPr>
              <a:t>Destaque: o fluxo Expresso concentra dados sensíveis de cadastro e reembolso em uma sequência clara, reduzindo retrabalho e garantindo rastreabilidade.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Uber Corporativo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Solicitação simplificada para vinculação de colaboradores.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94944" y="1335024"/>
            <a:ext cx="254203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050505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aae1bb59-0939-4799-9a10-aa74cf51af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04" y="1371600"/>
            <a:ext cx="2409713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92424" y="1335024"/>
            <a:ext cx="254203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050505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/mnt/data/ea2d7e47-80d4-4b0a-b8b6-1ffa07c3c8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664" y="1371600"/>
            <a:ext cx="2353553" cy="2240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89904" y="1335024"/>
            <a:ext cx="254203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050505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/mnt/data/872f556b-7891-46d4-aad5-a0db415127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405307"/>
            <a:ext cx="2468880" cy="217286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787384" y="1335024"/>
            <a:ext cx="258775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2E9E4D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3" descr="/mnt/data/85ab2ccc-f491-4f36-a2d9-76e99f8362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014" y="1371600"/>
            <a:ext cx="2202492" cy="22402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755648" y="4069080"/>
            <a:ext cx="384048" cy="384048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8"/>
          <p:cNvSpPr/>
          <p:nvPr/>
        </p:nvSpPr>
        <p:spPr>
          <a:xfrm>
            <a:off x="1755648" y="41650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481328" y="45445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Solicitante</a:t>
            </a:r>
            <a:endParaRPr lang="en-US" sz="840" dirty="0"/>
          </a:p>
        </p:txBody>
      </p:sp>
      <p:sp>
        <p:nvSpPr>
          <p:cNvPr id="16" name="Text 10"/>
          <p:cNvSpPr/>
          <p:nvPr/>
        </p:nvSpPr>
        <p:spPr>
          <a:xfrm>
            <a:off x="1298448" y="478231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nome e e-mail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2194560" y="4261104"/>
            <a:ext cx="219456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2"/>
          <p:cNvSpPr/>
          <p:nvPr/>
        </p:nvSpPr>
        <p:spPr>
          <a:xfrm>
            <a:off x="4553712" y="4069080"/>
            <a:ext cx="384048" cy="384048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4553712" y="41650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279392" y="45445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Colaborador</a:t>
            </a:r>
            <a:endParaRPr lang="en-US" sz="840" dirty="0"/>
          </a:p>
        </p:txBody>
      </p:sp>
      <p:sp>
        <p:nvSpPr>
          <p:cNvPr id="21" name="Text 15"/>
          <p:cNvSpPr/>
          <p:nvPr/>
        </p:nvSpPr>
        <p:spPr>
          <a:xfrm>
            <a:off x="4096512" y="478231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contato e e-mail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992624" y="4261104"/>
            <a:ext cx="2121408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7296912" y="4069080"/>
            <a:ext cx="384048" cy="384048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7296912" y="41650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022592" y="45445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Observações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6839712" y="478231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detalhes opcionais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7735824" y="4261104"/>
            <a:ext cx="2139696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10058400" y="4069080"/>
            <a:ext cx="384048" cy="384048"/>
          </a:xfrm>
          <a:prstGeom prst="ellipse">
            <a:avLst/>
          </a:prstGeom>
          <a:solidFill>
            <a:srgbClr val="2E9E4D"/>
          </a:solidFill>
          <a:ln w="12700">
            <a:solidFill>
              <a:srgbClr val="2E9E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/>
          <p:nvPr/>
        </p:nvSpPr>
        <p:spPr>
          <a:xfrm>
            <a:off x="10058400" y="41650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784080" y="45445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ID gerado</a:t>
            </a:r>
            <a:endParaRPr lang="en-US" sz="840" dirty="0"/>
          </a:p>
        </p:txBody>
      </p:sp>
      <p:sp>
        <p:nvSpPr>
          <p:cNvPr id="31" name="Text 25"/>
          <p:cNvSpPr/>
          <p:nvPr/>
        </p:nvSpPr>
        <p:spPr>
          <a:xfrm>
            <a:off x="9601200" y="478231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registro final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1005840" y="550468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O fluxo Uber é objetivo, mas mantém o mesmo padrão de envio: etapa guiada, confirmação e ID para acompanhamento posterior.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/>
          <p:cNvSpPr/>
          <p:nvPr/>
        </p:nvSpPr>
        <p:spPr>
          <a:xfrm>
            <a:off x="5952744" y="1380744"/>
            <a:ext cx="2496312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0097D7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WebFrota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Cadastro de motorista e veículo com identidade visual própria.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9224" y="1380744"/>
            <a:ext cx="2496312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0097D7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2f1682b9-b300-4fd2-905b-f5909592d4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2863"/>
            <a:ext cx="2423160" cy="20051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00984" y="1380744"/>
            <a:ext cx="2496312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0097D7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/mnt/data/30643abc-0707-48ee-89ec-832e5fbc39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400976"/>
            <a:ext cx="2423160" cy="2156040"/>
          </a:xfrm>
          <a:prstGeom prst="rect">
            <a:avLst/>
          </a:prstGeom>
        </p:spPr>
      </p:pic>
      <p:pic>
        <p:nvPicPr>
          <p:cNvPr id="10" name="Image 2" descr="/mnt/data/b689a634-f945-4f1f-8023-ac63249d6b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858" y="1435607"/>
            <a:ext cx="2262951" cy="217627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604504" y="1380744"/>
            <a:ext cx="2496312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2E9E4D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3" descr="/mnt/data/b913e225-a640-44a7-91eb-bfe2672921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7652" y="1417320"/>
            <a:ext cx="1970015" cy="217627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600200" y="3977640"/>
            <a:ext cx="384048" cy="384048"/>
          </a:xfrm>
          <a:prstGeom prst="ellipse">
            <a:avLst/>
          </a:prstGeom>
          <a:solidFill>
            <a:srgbClr val="0097D7"/>
          </a:solidFill>
          <a:ln w="12700">
            <a:solidFill>
              <a:srgbClr val="0097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8"/>
          <p:cNvSpPr/>
          <p:nvPr/>
        </p:nvSpPr>
        <p:spPr>
          <a:xfrm>
            <a:off x="1600200" y="40736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325880" y="44531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Solicitante</a:t>
            </a:r>
            <a:endParaRPr lang="en-US" sz="840" dirty="0"/>
          </a:p>
        </p:txBody>
      </p:sp>
      <p:sp>
        <p:nvSpPr>
          <p:cNvPr id="16" name="Text 10"/>
          <p:cNvSpPr/>
          <p:nvPr/>
        </p:nvSpPr>
        <p:spPr>
          <a:xfrm>
            <a:off x="1143000" y="46908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quem solicita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2011680" y="4169664"/>
            <a:ext cx="22860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2"/>
          <p:cNvSpPr/>
          <p:nvPr/>
        </p:nvSpPr>
        <p:spPr>
          <a:xfrm>
            <a:off x="4434840" y="3977640"/>
            <a:ext cx="384048" cy="384048"/>
          </a:xfrm>
          <a:prstGeom prst="ellipse">
            <a:avLst/>
          </a:prstGeom>
          <a:solidFill>
            <a:srgbClr val="0097D7"/>
          </a:solidFill>
          <a:ln w="12700">
            <a:solidFill>
              <a:srgbClr val="0097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4434840" y="40736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160520" y="44531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Motorista/veículo</a:t>
            </a:r>
            <a:endParaRPr lang="en-US" sz="840" dirty="0"/>
          </a:p>
        </p:txBody>
      </p:sp>
      <p:sp>
        <p:nvSpPr>
          <p:cNvPr id="21" name="Text 15"/>
          <p:cNvSpPr/>
          <p:nvPr/>
        </p:nvSpPr>
        <p:spPr>
          <a:xfrm>
            <a:off x="3977640" y="46908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CPF e placa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846320" y="4169664"/>
            <a:ext cx="22402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7269480" y="3977640"/>
            <a:ext cx="384048" cy="384048"/>
          </a:xfrm>
          <a:prstGeom prst="ellipse">
            <a:avLst/>
          </a:prstGeom>
          <a:solidFill>
            <a:srgbClr val="0097D7"/>
          </a:solidFill>
          <a:ln w="12700">
            <a:solidFill>
              <a:srgbClr val="0097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7269480" y="40736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995160" y="44531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Observações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6812280" y="46908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informações extras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7680960" y="4169664"/>
            <a:ext cx="2176272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10058400" y="3977640"/>
            <a:ext cx="384048" cy="384048"/>
          </a:xfrm>
          <a:prstGeom prst="ellipse">
            <a:avLst/>
          </a:prstGeom>
          <a:solidFill>
            <a:srgbClr val="2E9E4D"/>
          </a:solidFill>
          <a:ln w="12700">
            <a:solidFill>
              <a:srgbClr val="2E9E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/>
          <p:nvPr/>
        </p:nvSpPr>
        <p:spPr>
          <a:xfrm>
            <a:off x="10058400" y="40736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784080" y="445312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ID gerado</a:t>
            </a:r>
            <a:endParaRPr lang="en-US" sz="840" dirty="0"/>
          </a:p>
        </p:txBody>
      </p:sp>
      <p:sp>
        <p:nvSpPr>
          <p:cNvPr id="31" name="Text 25"/>
          <p:cNvSpPr/>
          <p:nvPr/>
        </p:nvSpPr>
        <p:spPr>
          <a:xfrm>
            <a:off x="9601200" y="46908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registro final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1234440" y="5349240"/>
            <a:ext cx="9646920" cy="548640"/>
          </a:xfrm>
          <a:prstGeom prst="roundRect">
            <a:avLst>
              <a:gd name="adj" fmla="val 16667"/>
            </a:avLst>
          </a:prstGeom>
          <a:solidFill>
            <a:srgbClr val="EAF8FF"/>
          </a:solidFill>
          <a:ln w="12700">
            <a:solidFill>
              <a:srgbClr val="BDE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7"/>
          <p:cNvSpPr/>
          <p:nvPr/>
        </p:nvSpPr>
        <p:spPr>
          <a:xfrm>
            <a:off x="1508760" y="5504688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05A92"/>
                </a:solidFill>
              </a:rPr>
              <a:t>O sistema mantém o mesmo padrão de navegação para todos os cadastros, mudando apenas os campos necessários para cada plataforma.</a:t>
            </a:r>
            <a:endParaRPr lang="en-US" sz="1280" dirty="0"/>
          </a:p>
        </p:txBody>
      </p:sp>
      <p:sp>
        <p:nvSpPr>
          <p:cNvPr id="34" name="Text 28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Painel de Solicitações Corporativas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Acompanhamento centralizado dos cadastros enviados.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66344" y="1316736"/>
            <a:ext cx="7799832" cy="373075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09b1c892-c5ae-4836-bea4-99dc5e200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6675"/>
            <a:ext cx="7726680" cy="34708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410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</a:rPr>
              <a:t>Gestão em tempo real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0" y="2194560"/>
            <a:ext cx="82296" cy="82296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51392" y="2148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Indicadores de total, pendentes, em andamento e concluídas.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8686800" y="2880360"/>
            <a:ext cx="82296" cy="82296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851392" y="2834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Busca por ID, solicitante, colaborador, CPF, e-mail ou placa.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8686800" y="3575304"/>
            <a:ext cx="82296" cy="82296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851392" y="3529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Filtros por plataforma e status.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8686800" y="4270248"/>
            <a:ext cx="82296" cy="82296"/>
          </a:xfrm>
          <a:prstGeom prst="ellipse">
            <a:avLst/>
          </a:prstGeom>
          <a:solidFill>
            <a:srgbClr val="4B22A6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851392" y="4224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Botão de detalhes para análise individual da solicitação.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 por status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Detalhamento da solicitação e atualização do andamento pelo painel.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0664" y="1380744"/>
            <a:ext cx="4828032" cy="3319272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b339d48f-d8e7-4833-a7ef-072c00ede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31106"/>
            <a:ext cx="4754880" cy="32185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61304" y="1380744"/>
            <a:ext cx="5468112" cy="3319272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4B22A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/mnt/data/5f220c3d-7121-4f0b-9264-84445bbe03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911202"/>
            <a:ext cx="5394960" cy="22583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510235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</a:rPr>
              <a:t>O painel permite abrir uma solicitação, revisar os dados recebidos e alterar o status para Pendentes, Em andamento, Concluído ou Cancelado.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funciona por trás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Arquitetura simples, baseada em ferramentas Google.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057400" y="2926080"/>
            <a:ext cx="2011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074920" y="2926080"/>
            <a:ext cx="2011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092440" y="2926080"/>
            <a:ext cx="196596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2240280" cy="1508760"/>
          </a:xfrm>
          <a:prstGeom prst="roundRect">
            <a:avLst>
              <a:gd name="adj" fmla="val 9091"/>
            </a:avLst>
          </a:prstGeom>
          <a:solidFill>
            <a:srgbClr val="F4EEFF"/>
          </a:solidFill>
          <a:ln w="12700">
            <a:solidFill>
              <a:srgbClr val="4B22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50392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22A6"/>
                </a:solidFill>
              </a:rPr>
              <a:t>Portal web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Interface do usuário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HTML + CSS + JS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2148840"/>
            <a:ext cx="2240280" cy="1508760"/>
          </a:xfrm>
          <a:prstGeom prst="roundRect">
            <a:avLst>
              <a:gd name="adj" fmla="val 9091"/>
            </a:avLst>
          </a:prstGeom>
          <a:solidFill>
            <a:srgbClr val="F4EEFF"/>
          </a:solidFill>
          <a:ln w="12700">
            <a:solidFill>
              <a:srgbClr val="5A31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867912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31C4"/>
                </a:solidFill>
              </a:rPr>
              <a:t>Apps Script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86200" y="28529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Regras, validação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e gravação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2148840"/>
            <a:ext cx="2240280" cy="150876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2E9E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85432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4D"/>
                </a:solidFill>
              </a:rPr>
              <a:t>Google Sheets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28529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Base das solicitações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e listas auxiliares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38360" y="2148840"/>
            <a:ext cx="2240280" cy="1508760"/>
          </a:xfrm>
          <a:prstGeom prst="roundRect">
            <a:avLst>
              <a:gd name="adj" fmla="val 9091"/>
            </a:avLst>
          </a:prstGeom>
          <a:solidFill>
            <a:srgbClr val="EAF8FF"/>
          </a:solidFill>
          <a:ln w="12700">
            <a:solidFill>
              <a:srgbClr val="0097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902952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97D7"/>
                </a:solidFill>
              </a:rPr>
              <a:t>Painel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21240" y="28529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Consulta, filtros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e status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498348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</a:rPr>
              <a:t>Resultado: a área solicitante enxerga apenas o portal; a área responsável acompanha tudo pelo painel e pela planilha de controle.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B22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Resultado final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DE7FF"/>
                </a:solidFill>
              </a:rPr>
              <a:t>Um portal corporativo completo para solicitação, registro e acompanhamento de cadastros.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41832" y="25968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22A6"/>
                </a:solidFill>
              </a:rPr>
              <a:t>Entrada única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41832" y="280720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três solicitações em um </a:t>
            </a:r>
            <a:r>
              <a:rPr lang="en-US" sz="850" dirty="0" err="1">
                <a:solidFill>
                  <a:srgbClr val="667085"/>
                </a:solidFill>
              </a:rPr>
              <a:t>unico</a:t>
            </a:r>
            <a:r>
              <a:rPr lang="en-US" sz="850" dirty="0">
                <a:solidFill>
                  <a:srgbClr val="667085"/>
                </a:solidFill>
              </a:rPr>
              <a:t> portal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11880" y="24688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776472" y="25968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22A6"/>
                </a:solidFill>
              </a:rPr>
              <a:t>Fluxo guiado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76472" y="280720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etapas claras e padronizadas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4290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41832" y="35570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22A6"/>
                </a:solidFill>
              </a:rPr>
              <a:t>Registro automático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1832" y="376732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ID gerado ao finalizar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11880" y="34290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776472" y="35570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22A6"/>
                </a:solidFill>
              </a:rPr>
              <a:t>Gestão centralizada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76472" y="376732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painel com filtros e 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18504" y="832104"/>
            <a:ext cx="5193792" cy="2953512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0" descr="/mnt/data/09b1c892-c5ae-4836-bea4-99dc5e200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58748"/>
            <a:ext cx="5120640" cy="230022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415784" y="3941064"/>
            <a:ext cx="3182112" cy="1856232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1" descr="/mnt/data/01cf80b6-4e0a-40fa-aeb8-637cf6141f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670" y="3977640"/>
            <a:ext cx="1558340" cy="1783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2920" y="5948825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Pronto para apresentação visual do trabalho, sem publicar o acesso real ao sistema.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02920" y="6492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</a:rPr>
              <a:t>Portal de Solicitações Corporativas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649</Words>
  <Application>Microsoft Office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Romanha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de Solicitações Corporativas</dc:title>
  <dc:subject>Apresentação do Portal de Solicitações Corporativas</dc:subject>
  <dc:creator>ChatGPT</dc:creator>
  <cp:lastModifiedBy>Luana Parvas de Oliveira</cp:lastModifiedBy>
  <cp:revision>2</cp:revision>
  <dcterms:created xsi:type="dcterms:W3CDTF">2026-08-30T21:37:59Z</dcterms:created>
  <dcterms:modified xsi:type="dcterms:W3CDTF">2026-08-30T21:55:38Z</dcterms:modified>
</cp:coreProperties>
</file>